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exact approved title. Faculty of Computing, NSBM Green University may be added with an approved original logo. Replace all bracketed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brief. Adjust to the allocated presentation time. This is a suggested academic structure, not an official marking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setting before discussing the solution. Cite external claims. Prefer evidence relevant to the actual population 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Distinguish an observed problem from a proposed feature. State the consequence and support it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 and compare the closest prior work. Add short citations beside each entry. Avoid claiming that no prior work exists unless a documented search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with your approved questions and objectives. Add or remove objectives as needed. Each objective should map to a method and a reported result. Hypotheses can be added where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boundaries of the completed study. Describe significance without promising benefits you did not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empirical research, describe sampling and analysis. For design science, explain problem identification, artifact design and evaluation. For ML, show preparation, training and independent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 actual participant or dataset counts. Mention ethics approval where applicable, without inventing an approval number. Explain licensing or permissions for secondary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Adapt to the project: conceptual model for an empirical study, architecture for a software artifact, or pipeline for a model. Explain the original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projects without a software artifact, rename this slide Analysis procedure and show how the data became findings. Identify personal contributions and reused tools or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for non-artifact studies. Keep a local recording or screenshots available if a live demo fails. Explain the research relevance of the demonstrated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software functionality tests from research evaluation. For ML, explain splits and baselines. For user studies, report tasks, instruments and recruitment. Use appropriate validity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this space with real evidence. Never use invented demonstration values as final research results. Duplicate this slide if needed, with one clear finding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results rather than repeating numbers. Distinguish evidence from interpretation. Avoid causal claims if your design supports only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the objectives presented earlier. A working application alone does not establish novelty. Identify contribution relative to prior work and state partial attainment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how each limitation affects interpretation. Future work should follow from actual findings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introduce new evidence. Close with a defensible answer to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faculty-required citation style consistently. Include sources cited in the presentation. Add a backup reference slide if more space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visible during questions. Navigate to backup evidence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slide. Use during questions only. Duplicate for detailed statistics, model settings, instruments or extra evaluation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slide. Explain individual work in group projects. Disclose relevant tool assistance according to applicable university requirements. Do not imply a publication is accepted when it is only submitted.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134DC0-6F1C-40AD-BD62-16DDB00F8DC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[Research project title]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8454B-1157-416D-88FD-64B81D20EC0E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[Student name]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[Student ID]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[Degree programme]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84F71-51FA-494D-8981-CEE5BC703BD3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Final Year Research Project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Final Viva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Supervisor: [Name]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[Presentation date]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D03A6-5840-4B4D-AA89-CA85801ADFE2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285FB-829C-45A3-AA2B-5831297C3FEE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751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D3917B-60E6-4CEA-B30A-878988A90F0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Presentation outline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1A71E4-EE91-4F0E-AC8D-9D2D6BA8E32A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01  Research context and problem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02  Literature gap and objectives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03  Research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C8E017-1973-4D4C-BABD-6E4159C7B5CE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04  Design and implementation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05  Evaluation and findings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06  Contribution and 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44DA3-72BC-4D97-83AE-3842916A7B9F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575F8-D42B-4E07-B179-21883722A861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538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6CD413-EC37-44CF-A6E7-59E87174A2E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Background and motivation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D75CD5-7695-41AD-A7CE-DACE0C2A81A8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[Introduce the research domain]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[Identify the users or setting]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[Explain why the issue matters]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3023C-0003-4507-BF2E-EFE93A7F8A40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one sourced statistic, observation or short real-world example]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Source: [Author, year]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4E446-237B-4DBA-864B-0943C9AD47EC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3F75C-F7E6-4639-8E39-03E0C87239C3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7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07E897-FA67-4429-8285-1078DD2D7DB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Research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1666F6-C065-45FC-A873-7E265F45BC61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Problem statement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[State the specific problem in one or two sentences]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061E75-5D7F-4D70-A74F-E83330FB35CC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Evidence of the problem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[What happens currently?]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[Who experiences the impact?]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[Why are current approaches insufficient?]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92ED8-0F46-44E2-B0E0-6927D3CB58E6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82E05-B25D-4FF9-9FEC-0DDE5BEB6860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7149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3A59FA-720B-4EA9-A916-71CF85EEE04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Related work and research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2DF33-C707-4F7A-AE1C-5920BAFB351C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[Study or system 1: approach and limitation]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[Study or system 2: approach and limitation]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[Study or system 3: approach and limitation]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1A0818-7D95-49B6-88C3-263D87D48DD1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Identified gap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[Explain the unresolved issue across the literature]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[State how this project addresses it]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3A9871-915F-498A-AB5C-1F0A159AA62F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78AEC-F427-478D-AB13-20E5D4ACD767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339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50003-C81A-42E5-9286-4A6A660CE0D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Research questions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B22D7-584E-4932-9D76-95953FEA1F51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Main research question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[RQ]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Research aim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[Overall intended outcome]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23561-6A3C-4472-B7A9-604C4491478B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Specific objectives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O1  [Investigate or identify...]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O2  [Design or develop...]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O3  [Evaluate or validate...]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FBE85-BA1F-4D06-9CF9-769425C330E1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B0B0B-865A-4CFB-B02D-462A2730A910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913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E68BB3-FCDC-418B-B058-720B0440600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Scope and significance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855E0-0294-4399-B658-F3EEF688832E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Within scope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[Users, setting and functions]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Outside scope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[Explicit exclusions]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89939-D1A6-4D15-BA4A-4B5D0DF0DAAB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Expected value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[Who benefits and how?]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Research boundary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[Population, data or time period]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4FC88-5BD7-4048-84C0-C84B17FE6052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0458C-40B9-4A64-A5CF-D08C3B593ADC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393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5D1C27-DD68-4505-9D7B-F2CEBC6555C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Research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C13E97-D25C-46B2-8CDA-E4823017AFF3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Research design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[Design and justification]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Main stages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[Stage 1]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[Stage 2]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[Stage 3]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26F32-BFE9-4DFE-9BA7-47BA22B2E212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your research workflow diagram here]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[Include data collection, analysis and evaluation stages]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E5A28-A1BC-4A2D-9CE7-CE2336B9A6DD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4F85E6-5E87-4C5B-A120-1556002B5CD2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151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31563C-6B18-4080-B72B-596337E95A7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Data collection and ethical considerations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9AF564-FDCF-473B-912E-7CAA47DE5D63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Data or participants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[Source and selection criteria]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[Sample size and justification]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Collection procedure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[Instrument or data acquisition]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9A33D-F549-4CAD-B73E-A34CA2696FC7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Ethics and data handling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[Consent or permissions]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[Privacy and storage]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Data quality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[Missing data, bias and checks]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476F4E-DF07-4E63-BA9E-16F5C83FC8AB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22D50-301D-4D5B-A52B-1999DED1DA58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595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A7D91-AF29-4FE5-86A5-8D2C885FA87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Proposed approach or conceptual framework</a:t>
            </a:r>
            <a:r>
              <a:rPr lang="en-US"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 [if applicable]</a:t>
            </a:r>
            <a:endParaRPr sz="3150" b="1" dirty="0">
              <a:solidFill>
                <a:srgbClr val="1264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5B116B-3A7F-4371-8FC9-1E0FA119DE28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Core approach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[Explain the research logic]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Key elements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[Variables, components or model]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Rationale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[Why this approach?]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6DBC50-017E-470F-9117-2D4B19353344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framework, model or architecture diagram]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[Label relationships and explain the main mechanism]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C8251-335F-4B05-9097-63EB5DD7DA65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3081E-3943-4946-BB99-CD330295DF99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913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37A936-3014-4E0F-A103-0F82DAE2004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Design and implementation</a:t>
            </a:r>
            <a:r>
              <a:rPr lang="en-US"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 [optional]</a:t>
            </a:r>
            <a:endParaRPr sz="3150" b="1" dirty="0">
              <a:solidFill>
                <a:srgbClr val="1264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A1DE3C-2214-4B72-A0ED-F7059D96B941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Implementation decisions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[Tools and why you chose them]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Main components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[Component and role]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Completed work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you implemented]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EF2F-F07C-442E-BA44-C4FF71B22FCF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a readable screenshot, model diagram or technical evidence]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[Caption describing what it demonstrates]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842D6-6B1D-4F75-9269-FB0B8EE768C7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F2DF3-9393-411C-9EBC-4728EEE464BA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8205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A0F331-7716-4D1F-AF16-482CB0543CA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System demonstration or worked example</a:t>
            </a:r>
            <a:r>
              <a:rPr lang="en-US"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lang="en-US" sz="3150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(</a:t>
            </a:r>
            <a:r>
              <a:rPr lang="en-US" sz="3150" b="1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you also can replace this with your demonstration while you explaining these</a:t>
            </a:r>
            <a:r>
              <a:rPr lang="en-US" sz="3150" dirty="0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)</a:t>
            </a:r>
            <a:endParaRPr sz="3150" dirty="0">
              <a:solidFill>
                <a:srgbClr val="1264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34EB44-BAE8-42AE-AF1D-517E30573C7D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Demonstration scenario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[User and task]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Input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[Example input]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[Expected or observed output]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EAEBA-0EBD-4749-B09A-AECF31AFD107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screenshots or a worked example]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[Highlight the research contribution in this scenario]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C932E-F2D1-40BF-AE97-F562BCDBD73E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AED76-CD16-41A5-8486-895F806CE513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7284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8C1F06-BBB0-4453-8DCB-0E1D08A1166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Evaluation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C83DFF-476F-42A1-9ABE-A57253D767B4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Evaluation question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did you test?]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Evaluation setup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[Participants or test data]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[Procedure and conditions]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9E029-00D9-4DF5-9A9A-F1A0CD683E60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Measures and comparisons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[Metrics and their justification]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[Baseline or comparison]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Quality controls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[Validity, reliability or leakage checks]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DA7A8-0A84-421B-8E06-D5C20E499CED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14FED1-5D6F-495A-8412-3A0540064637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281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3E1E34-20A3-451E-85E5-5320C6F4DBF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Results and 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FCC03C-4B6D-44D5-9B32-F03AC540D82C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Finding 1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[Main result with evidence]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Finding 2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[Supporting result]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Finding 3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[Additional result if relevant]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116123-B38A-4290-918D-F1E1E48FC7A0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your actual chart or results table]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[Label units, sample size and uncertainty where applicable]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7B75E-F094-4A68-AF46-92F94480A5D0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A4F06-3892-46CA-B3C4-1EA84F1683B9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9695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0618F8-8CC0-4E47-B47D-4F549A4D0F3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F25D8-A417-4630-952D-BEE2CFBC0B1A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do the results mean?]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Comparison with prior work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[Agreement or difference and why]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71D469-50BC-40B1-BFE2-76E621EBE52A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Answer to the research question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[What does the evidence support?]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Implications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[Practical or theoretical meaning]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7D1FF8-544F-44F4-8706-78AD0476E551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89AED-ECEE-44DD-B7C7-62D905175E04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4986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7648D6-E94A-45D1-A79E-0CA1526CBD6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Research contribution and objectives achieved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D8870-907C-4AF6-A5C9-61AB5F492AF3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Original contribution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is new or improved?]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Evidence of contribution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[Result or artifact supporting it]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CC40D-BDF5-4B80-B0D9-162ADDE61C2C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Objective attainment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O1  [Evidence and status]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O2  [Evidence and status]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O3  [Evidence and status]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BB2767-C956-4988-82C4-938E67AB1D43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494B99-64DA-41CE-B64A-2E291A20CF9E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71099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BE98C5-CF3A-4DA4-B629-CE0C700FF73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Limitations and future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6CD6E8-A04B-4CBE-942E-003C5E821ED1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Limitations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[Data or sample limitation]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[Design or evaluation limitation]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[Generalisation boundary]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1F4B2-A3E1-46F8-B132-792F1431464B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Future work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[Improvement linked to limitation]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[Next evaluation or extension]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[Priority and justification]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AFEBB-2B4E-4D79-A9DF-0F17250554C7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4DD55-0958-4252-8DEE-D8DAB21EFF17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4086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F024F8-7AD1-4020-B56E-1AD78B11C06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42EEB-A713-41F6-9E7D-DCC9072B702F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[Restate the problem briefly]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[Give the strongest supported finding]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[State the main contribution]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6BE6C-2704-42BA-A030-7DA270FFF344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[One concise final message about what this research establishes]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68182-8776-4DAC-BC9F-1B1372E94FE2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28E00-A29F-4DC9-9CC5-B4EBE9225FD9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83168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143BC0-1D50-44D5-91A9-DB4D86CC28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Selected 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C2264-102B-48ED-BE84-F14B1C934C22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[1] [Full reference]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[2] [Full reference]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[3] [Full reference]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769E1-B9BE-4C51-89BE-F1FD865E8853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[4] [Full reference]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[5] [Full reference]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[6] [Full reference]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EE2C8-CBD6-4B94-81AB-6D770933A9EA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31D5C9-3AF7-40A4-AAEC-68279CC474F6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2253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1E98C2-4F98-4326-AAA2-56F3A547D4D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98DD69-BCC0-4A70-AA56-6116538A69D3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Questions and 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DFAA7-2B63-4C3B-A869-C7440A647497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[Student name]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11F05-35CA-4B66-BC7E-26DD365EFF38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8E6AE-A2A8-4B3A-ACBF-7D9C5905FB37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24067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109532-400E-4376-AFB7-80079053CDA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Backup: detailed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D5705-1002-4E5E-A576-B2EF67DCE12F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3619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[Additional results or sensitivity analysis]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[Additional method details]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C8382F-731A-4BB0-A6AA-D0FD918934BF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666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[Insert a supporting chart, table or diagram]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D9EBE-9A5F-4D34-9396-C89F05C179F5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F6DDE-7B87-4091-B936-E39C1E7411DB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2131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FC457B-2BD5-4E74-A1BB-F56B2EB2AA3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2643D"/>
                </a:solidFill>
                <a:latin typeface="Bitstream Charter"/>
                <a:ea typeface="Bitstream Charter"/>
                <a:cs typeface="Bitstream Charter"/>
              </a:rPr>
              <a:t>Backup: contribution and reproducibility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1DC242-8BF2-4285-9F3A-BFCDEF05717C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My contribution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you personally designed]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[What you implemented or analysed]</a:t>
            </a:r>
          </a:p>
          <a:p>
            <a:endParaRPr sz="2025" b="0">
              <a:solidFill>
                <a:srgbClr val="243C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Reused resources</a:t>
            </a:r>
          </a:p>
          <a:p>
            <a:pPr>
              <a:def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C35"/>
                </a:solidFill>
                <a:latin typeface="Bitstream Charter"/>
                <a:ea typeface="Bitstream Charter"/>
                <a:cs typeface="Bitstream Charter"/>
              </a:rPr>
              <a:t>[Libraries, datasets and external tools]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C43DC-D940-483F-9521-5396D876AF07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5048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Reproducibility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[Code or artifact location]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[Dataset availability or restrictions]</a:t>
            </a: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[Configuration or procedure]</a:t>
            </a:r>
          </a:p>
          <a:p>
            <a:endParaRPr sz="2025" b="0">
              <a:solidFill>
                <a:srgbClr val="5A6D64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A6D64"/>
                </a:solidFill>
                <a:latin typeface="Bitstream Charter"/>
                <a:ea typeface="Bitstream Charter"/>
                <a:cs typeface="Bitstream Charter"/>
              </a:rPr>
              <a:t>[Publications, if any]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23ACF-FB6D-4BB9-B691-992AAAD6F1D7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[Short project 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891C8-4297-4EFE-9C12-02F70BB68BDC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8867E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122072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1584</Words>
  <Application>Microsoft Office PowerPoint</Application>
  <DocSecurity>0</DocSecurity>
  <PresentationFormat>Widescreen</PresentationFormat>
  <Paragraphs>303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Dulanjali Wijesekara</cp:lastModifiedBy>
  <cp:revision>1</cp:revision>
  <dcterms:created xsi:type="dcterms:W3CDTF">2026-09-30T10:15:23Z</dcterms:created>
  <dcterms:modified xsi:type="dcterms:W3CDTF">2026-10-01T08:11:33Z</dcterms:modified>
</cp:coreProperties>
</file>